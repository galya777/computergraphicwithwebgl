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4"/>
  </p:notesMasterIdLst>
  <p:sldIdLst>
    <p:sldId id="256" r:id="rId2"/>
    <p:sldId id="295" r:id="rId3"/>
    <p:sldId id="297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29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00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43" autoAdjust="0"/>
    <p:restoredTop sz="94660" autoAdjust="0"/>
  </p:normalViewPr>
  <p:slideViewPr>
    <p:cSldViewPr>
      <p:cViewPr varScale="1">
        <p:scale>
          <a:sx n="79" d="100"/>
          <a:sy n="79" d="100"/>
        </p:scale>
        <p:origin x="2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28.10.2021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240837" y="4478669"/>
            <a:ext cx="6180997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Koch%20island" TargetMode="External"/><Relationship Id="rId7" Type="http://schemas.openxmlformats.org/officeDocument/2006/relationships/image" Target="../media/image5.png"/><Relationship Id="rId2" Type="http://schemas.openxmlformats.org/officeDocument/2006/relationships/hyperlink" Target="../Solutions/Solution%201%20-%20Koch%20island/Solution%200901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Menger%20sponge" TargetMode="External"/><Relationship Id="rId2" Type="http://schemas.openxmlformats.org/officeDocument/2006/relationships/hyperlink" Target="../Solutions/Solution%202%20-%20Menger%20sponge/Solution%2009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Dynamic%20tree" TargetMode="External"/><Relationship Id="rId2" Type="http://schemas.openxmlformats.org/officeDocument/2006/relationships/hyperlink" Target="../Solutions/Solution%203%20-%20Dynamic%20tree/Solution%2009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Dragon%20maze" TargetMode="External"/><Relationship Id="rId2" Type="http://schemas.openxmlformats.org/officeDocument/2006/relationships/hyperlink" Target="../Solutions/Solution%204%20-%20Dragon%20maze/Solution%2009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roblem%205%20-%20Deciduous%20forest" TargetMode="External"/><Relationship Id="rId2" Type="http://schemas.openxmlformats.org/officeDocument/2006/relationships/hyperlink" Target="../Solutions/Solution%205%20-%20Deciduous%20forest/Solution%200905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Bioluminescent%20creature" TargetMode="External"/><Relationship Id="rId2" Type="http://schemas.openxmlformats.org/officeDocument/2006/relationships/hyperlink" Target="../Solutions/Solution%206%20-%20Bioluminescent%20creature/Solution%200906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Problem%207%20-%20Plastic%20chairs" TargetMode="External"/><Relationship Id="rId2" Type="http://schemas.openxmlformats.org/officeDocument/2006/relationships/hyperlink" Target="../Solutions/Solution%207%20-%20Plastic%20chairs/Solution%2009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Viking%20boat" TargetMode="External"/><Relationship Id="rId2" Type="http://schemas.openxmlformats.org/officeDocument/2006/relationships/hyperlink" Target="../Solutions/Solution%208%20-%20Viking%20boat/Solution%2009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Knightly%20padlock" TargetMode="External"/><Relationship Id="rId2" Type="http://schemas.openxmlformats.org/officeDocument/2006/relationships/hyperlink" Target="../Solutions/Solution%209%20-%20Knightly%20padlock/Solution%200909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Фрактали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S09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Фрактали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Остров на Кох</a:t>
            </a:r>
            <a:endParaRPr lang="en-US" dirty="0"/>
          </a:p>
          <a:p>
            <a:pPr lvl="1"/>
            <a:r>
              <a:rPr lang="bg-BG" dirty="0"/>
              <a:t>Създайте остров на Кох</a:t>
            </a:r>
          </a:p>
          <a:p>
            <a:pPr lvl="1"/>
            <a:r>
              <a:rPr lang="bg-BG" dirty="0"/>
              <a:t>Рисуване само на бреговата ивица</a:t>
            </a:r>
          </a:p>
          <a:p>
            <a:pPr lvl="1"/>
            <a:r>
              <a:rPr lang="bg-BG" dirty="0"/>
              <a:t>Да има заливи, изпъкнали зони</a:t>
            </a:r>
          </a:p>
          <a:p>
            <a:pPr lvl="1"/>
            <a:r>
              <a:rPr lang="bg-BG" dirty="0"/>
              <a:t>Да не е деформирана окръжност, при която по едно направление има само едно сечение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9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388" y="3276600"/>
            <a:ext cx="308127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5388" y="381000"/>
            <a:ext cx="308127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058" y="381000"/>
            <a:ext cx="308127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9058" y="3276600"/>
            <a:ext cx="308127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Гъба на </a:t>
            </a:r>
            <a:r>
              <a:rPr lang="bg-BG" dirty="0" err="1"/>
              <a:t>Менгер</a:t>
            </a:r>
            <a:endParaRPr lang="en-US" dirty="0"/>
          </a:p>
          <a:p>
            <a:pPr lvl="1"/>
            <a:r>
              <a:rPr lang="bg-BG" dirty="0"/>
              <a:t>Създайте фрактала Гъба на </a:t>
            </a:r>
            <a:r>
              <a:rPr lang="bg-BG" dirty="0" err="1"/>
              <a:t>Менгер</a:t>
            </a:r>
            <a:endParaRPr lang="bg-BG" dirty="0"/>
          </a:p>
          <a:p>
            <a:pPr lvl="1"/>
            <a:r>
              <a:rPr lang="bg-BG" dirty="0"/>
              <a:t>Да е поне 2-3 </a:t>
            </a:r>
            <a:r>
              <a:rPr lang="bg-BG"/>
              <a:t>нива в дълбочина</a:t>
            </a:r>
            <a:endParaRPr lang="bg-BG" dirty="0"/>
          </a:p>
        </p:txBody>
      </p:sp>
      <p:grpSp>
        <p:nvGrpSpPr>
          <p:cNvPr id="106" name="Group 105"/>
          <p:cNvGrpSpPr/>
          <p:nvPr/>
        </p:nvGrpSpPr>
        <p:grpSpPr>
          <a:xfrm>
            <a:off x="457200" y="3429348"/>
            <a:ext cx="8248548" cy="1980852"/>
            <a:chOff x="-3048000" y="3429000"/>
            <a:chExt cx="11423072" cy="2743200"/>
          </a:xfrm>
        </p:grpSpPr>
        <p:sp>
          <p:nvSpPr>
            <p:cNvPr id="4" name="Rectangle 3"/>
            <p:cNvSpPr/>
            <p:nvPr/>
          </p:nvSpPr>
          <p:spPr>
            <a:xfrm>
              <a:off x="-3048000" y="3429000"/>
              <a:ext cx="274320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6" name="Rectangle 5"/>
            <p:cNvSpPr/>
            <p:nvPr/>
          </p:nvSpPr>
          <p:spPr>
            <a:xfrm>
              <a:off x="-152400" y="3429000"/>
              <a:ext cx="274320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62000" y="4343400"/>
              <a:ext cx="9144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743200" y="3429000"/>
              <a:ext cx="2743200" cy="2743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657600" y="4343400"/>
              <a:ext cx="914400" cy="914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48000" y="37338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994212" y="46482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48000" y="55626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2400" y="55626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76800" y="55626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76800" y="46482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876800" y="37338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962400" y="3733800"/>
              <a:ext cx="304800" cy="3048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5638800" y="3429000"/>
              <a:ext cx="914400" cy="914400"/>
              <a:chOff x="6380018" y="3429000"/>
              <a:chExt cx="2743200" cy="27432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5638800" y="4336473"/>
              <a:ext cx="914400" cy="914400"/>
              <a:chOff x="6380018" y="3429000"/>
              <a:chExt cx="2743200" cy="2743200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638800" y="5250873"/>
              <a:ext cx="914400" cy="914400"/>
              <a:chOff x="6380018" y="3429000"/>
              <a:chExt cx="2743200" cy="2743200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7460672" y="3429000"/>
              <a:ext cx="914400" cy="914400"/>
              <a:chOff x="6380018" y="3429000"/>
              <a:chExt cx="2743200" cy="274320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7460672" y="4336473"/>
              <a:ext cx="914400" cy="914400"/>
              <a:chOff x="6380018" y="3429000"/>
              <a:chExt cx="2743200" cy="2743200"/>
            </a:xfrm>
          </p:grpSpPr>
          <p:sp>
            <p:nvSpPr>
              <p:cNvPr id="63" name="Rectangle 62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7460672" y="5250873"/>
              <a:ext cx="914400" cy="914400"/>
              <a:chOff x="6380018" y="3429000"/>
              <a:chExt cx="2743200" cy="2743200"/>
            </a:xfrm>
          </p:grpSpPr>
          <p:sp>
            <p:nvSpPr>
              <p:cNvPr id="74" name="Rectangle 73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6549736" y="3429000"/>
              <a:ext cx="914400" cy="914400"/>
              <a:chOff x="6380018" y="3429000"/>
              <a:chExt cx="2743200" cy="2743200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549736" y="5248405"/>
              <a:ext cx="914400" cy="914400"/>
              <a:chOff x="6380018" y="3429000"/>
              <a:chExt cx="2743200" cy="2743200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6380018" y="3429000"/>
                <a:ext cx="2743200" cy="2743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7294418" y="43434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66848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6631030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66848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75992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8513618" y="55626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8513618" y="4648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85136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7599218" y="37338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135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9049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Динамично дърво</a:t>
            </a:r>
            <a:endParaRPr lang="en-US" dirty="0"/>
          </a:p>
          <a:p>
            <a:pPr lvl="1"/>
            <a:r>
              <a:rPr lang="bg-BG" dirty="0"/>
              <a:t>Създайте Питагорово дърво</a:t>
            </a:r>
          </a:p>
          <a:p>
            <a:pPr lvl="1"/>
            <a:r>
              <a:rPr lang="bg-BG" dirty="0"/>
              <a:t>Ъглите в разклоненията да се променят плавно</a:t>
            </a:r>
          </a:p>
          <a:p>
            <a:pPr lvl="1"/>
            <a:r>
              <a:rPr lang="bg-BG" dirty="0"/>
              <a:t>Ъглите да не са едни и същи</a:t>
            </a:r>
          </a:p>
        </p:txBody>
      </p:sp>
    </p:spTree>
    <p:extLst>
      <p:ext uri="{BB962C8B-B14F-4D97-AF65-F5344CB8AC3E}">
        <p14:creationId xmlns:p14="http://schemas.microsoft.com/office/powerpoint/2010/main" val="2126275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8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944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4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Драконов лабиринт</a:t>
            </a:r>
            <a:endParaRPr lang="en-US" dirty="0"/>
          </a:p>
          <a:p>
            <a:pPr lvl="1"/>
            <a:r>
              <a:rPr lang="bg-BG" dirty="0"/>
              <a:t>Създайте лабиринт</a:t>
            </a:r>
          </a:p>
          <a:p>
            <a:pPr lvl="1"/>
            <a:r>
              <a:rPr lang="bg-BG" dirty="0"/>
              <a:t>Да се използва Драконовата крива</a:t>
            </a:r>
          </a:p>
          <a:p>
            <a:pPr lvl="1"/>
            <a:endParaRPr lang="bg-BG" dirty="0"/>
          </a:p>
          <a:p>
            <a:r>
              <a:rPr lang="bg-BG" dirty="0"/>
              <a:t>По възможност</a:t>
            </a:r>
          </a:p>
          <a:p>
            <a:pPr lvl="1"/>
            <a:r>
              <a:rPr lang="bg-BG" dirty="0"/>
              <a:t>Стените да са цветни ленти</a:t>
            </a:r>
          </a:p>
          <a:p>
            <a:pPr lvl="1"/>
            <a:r>
              <a:rPr lang="bg-BG" dirty="0"/>
              <a:t>Да не са плоски отгоре</a:t>
            </a:r>
          </a:p>
          <a:p>
            <a:pPr lvl="1"/>
            <a:r>
              <a:rPr lang="bg-BG" dirty="0"/>
              <a:t>Да има вертикално движение на някои стени</a:t>
            </a:r>
          </a:p>
        </p:txBody>
      </p:sp>
    </p:spTree>
    <p:extLst>
      <p:ext uri="{BB962C8B-B14F-4D97-AF65-F5344CB8AC3E}">
        <p14:creationId xmlns:p14="http://schemas.microsoft.com/office/powerpoint/2010/main" val="1870195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10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1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460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Широколистна гора</a:t>
            </a:r>
            <a:endParaRPr lang="en-US" dirty="0"/>
          </a:p>
          <a:p>
            <a:pPr lvl="1"/>
            <a:r>
              <a:rPr lang="bg-BG" dirty="0"/>
              <a:t>Създайте гора от </a:t>
            </a:r>
            <a:r>
              <a:rPr lang="en-US" b="1" dirty="0"/>
              <a:t>n</a:t>
            </a:r>
            <a:r>
              <a:rPr lang="en-US" dirty="0"/>
              <a:t> </a:t>
            </a:r>
            <a:r>
              <a:rPr lang="bg-BG" dirty="0"/>
              <a:t>дървета</a:t>
            </a:r>
          </a:p>
          <a:p>
            <a:pPr lvl="1"/>
            <a:r>
              <a:rPr lang="bg-BG" dirty="0"/>
              <a:t>Формата им да е като на широколистни дървета</a:t>
            </a:r>
          </a:p>
          <a:p>
            <a:pPr lvl="1"/>
            <a:r>
              <a:rPr lang="bg-BG" dirty="0"/>
              <a:t>За лекота елементите да са отсечки</a:t>
            </a:r>
          </a:p>
          <a:p>
            <a:pPr lvl="1"/>
            <a:endParaRPr lang="bg-BG" dirty="0"/>
          </a:p>
          <a:p>
            <a:r>
              <a:rPr lang="bg-BG" dirty="0"/>
              <a:t>Помощни функции</a:t>
            </a:r>
          </a:p>
          <a:p>
            <a:pPr lvl="1"/>
            <a:r>
              <a:rPr lang="en-US" b="1" dirty="0" err="1"/>
              <a:t>Fz</a:t>
            </a:r>
            <a:r>
              <a:rPr lang="en-US" dirty="0"/>
              <a:t> – </a:t>
            </a:r>
            <a:r>
              <a:rPr lang="bg-BG" dirty="0"/>
              <a:t>движение по оста </a:t>
            </a:r>
            <a:r>
              <a:rPr lang="en-US" dirty="0"/>
              <a:t>Z</a:t>
            </a:r>
          </a:p>
          <a:p>
            <a:pPr lvl="1"/>
            <a:r>
              <a:rPr lang="en-US" b="1" dirty="0" err="1"/>
              <a:t>Rz</a:t>
            </a:r>
            <a:r>
              <a:rPr lang="en-US" dirty="0"/>
              <a:t> – </a:t>
            </a:r>
            <a:r>
              <a:rPr lang="bg-BG" dirty="0"/>
              <a:t>въртене около оста </a:t>
            </a:r>
            <a:r>
              <a:rPr lang="en-US" dirty="0"/>
              <a:t>Z</a:t>
            </a:r>
          </a:p>
          <a:p>
            <a:pPr lvl="1"/>
            <a:r>
              <a:rPr lang="en-US" b="1" dirty="0"/>
              <a:t>Ry</a:t>
            </a:r>
            <a:r>
              <a:rPr lang="en-US" dirty="0"/>
              <a:t> – </a:t>
            </a:r>
            <a:r>
              <a:rPr lang="bg-BG" dirty="0"/>
              <a:t>въртене около оста </a:t>
            </a:r>
            <a:r>
              <a:rPr lang="en-US" dirty="0"/>
              <a:t>Y</a:t>
            </a:r>
          </a:p>
          <a:p>
            <a:pPr lvl="1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653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12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490" y="1447800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10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Полиноми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274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Светещо създание</a:t>
            </a:r>
            <a:endParaRPr lang="en-US" dirty="0"/>
          </a:p>
          <a:p>
            <a:pPr lvl="1"/>
            <a:r>
              <a:rPr lang="bg-BG" dirty="0"/>
              <a:t>Създайте нещо като </a:t>
            </a:r>
            <a:r>
              <a:rPr lang="bg-BG" dirty="0" err="1"/>
              <a:t>биолуминисцентна</a:t>
            </a:r>
            <a:r>
              <a:rPr lang="bg-BG" dirty="0"/>
              <a:t> медуза</a:t>
            </a:r>
          </a:p>
          <a:p>
            <a:pPr lvl="1"/>
            <a:r>
              <a:rPr lang="bg-BG" dirty="0"/>
              <a:t>Създание с меки пипала с ярки възли в края</a:t>
            </a:r>
          </a:p>
          <a:p>
            <a:pPr lvl="1"/>
            <a:endParaRPr lang="bg-BG" dirty="0"/>
          </a:p>
          <a:p>
            <a:r>
              <a:rPr lang="bg-BG" dirty="0"/>
              <a:t>Движение</a:t>
            </a:r>
          </a:p>
          <a:p>
            <a:pPr lvl="1"/>
            <a:r>
              <a:rPr lang="bg-BG" dirty="0"/>
              <a:t>Създанието да се движи нагоре-надолу</a:t>
            </a:r>
          </a:p>
          <a:p>
            <a:pPr lvl="1"/>
            <a:r>
              <a:rPr lang="bg-BG" dirty="0"/>
              <a:t>Пипалата да го следват като че ли плува във вода</a:t>
            </a:r>
          </a:p>
        </p:txBody>
      </p:sp>
    </p:spTree>
    <p:extLst>
      <p:ext uri="{BB962C8B-B14F-4D97-AF65-F5344CB8AC3E}">
        <p14:creationId xmlns:p14="http://schemas.microsoft.com/office/powerpoint/2010/main" val="1924464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15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54640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008" y="1454641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7497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Пластмасов стол</a:t>
            </a:r>
            <a:endParaRPr lang="en-US" dirty="0"/>
          </a:p>
          <a:p>
            <a:pPr lvl="1"/>
            <a:r>
              <a:rPr lang="bg-BG" dirty="0"/>
              <a:t>Създайте пластмасов стол</a:t>
            </a:r>
          </a:p>
          <a:p>
            <a:pPr lvl="1"/>
            <a:r>
              <a:rPr lang="bg-BG" dirty="0"/>
              <a:t>За него ползвайте една</a:t>
            </a:r>
            <a:r>
              <a:rPr lang="en-US" dirty="0"/>
              <a:t>-</a:t>
            </a:r>
            <a:r>
              <a:rPr lang="bg-BG" dirty="0"/>
              <a:t>единствена повърхнина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Аранжировка</a:t>
            </a:r>
          </a:p>
          <a:p>
            <a:pPr lvl="1"/>
            <a:r>
              <a:rPr lang="bg-BG" dirty="0"/>
              <a:t>Поставете столове в няколко концентрични кръга</a:t>
            </a:r>
          </a:p>
          <a:p>
            <a:pPr lvl="1"/>
            <a:r>
              <a:rPr lang="bg-BG" dirty="0"/>
              <a:t>Всички са обърнати към центъра</a:t>
            </a:r>
          </a:p>
        </p:txBody>
      </p:sp>
    </p:spTree>
    <p:extLst>
      <p:ext uri="{BB962C8B-B14F-4D97-AF65-F5344CB8AC3E}">
        <p14:creationId xmlns:p14="http://schemas.microsoft.com/office/powerpoint/2010/main" val="88248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17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1370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Викингска</a:t>
            </a:r>
            <a:r>
              <a:rPr lang="bg-BG" dirty="0"/>
              <a:t> лодка</a:t>
            </a:r>
          </a:p>
          <a:p>
            <a:pPr lvl="1"/>
            <a:r>
              <a:rPr lang="bg-BG" dirty="0"/>
              <a:t>Направете модел на </a:t>
            </a:r>
            <a:r>
              <a:rPr lang="bg-BG" dirty="0" err="1"/>
              <a:t>викингска</a:t>
            </a:r>
            <a:r>
              <a:rPr lang="bg-BG" dirty="0"/>
              <a:t> лодка</a:t>
            </a:r>
          </a:p>
          <a:p>
            <a:pPr lvl="1"/>
            <a:r>
              <a:rPr lang="bg-BG" dirty="0"/>
              <a:t>Корпусът да е съставен от </a:t>
            </a:r>
            <a:r>
              <a:rPr lang="en-US" dirty="0"/>
              <a:t>B-</a:t>
            </a:r>
            <a:r>
              <a:rPr lang="bg-BG" dirty="0" err="1"/>
              <a:t>сплайн</a:t>
            </a:r>
            <a:r>
              <a:rPr lang="bg-BG" dirty="0"/>
              <a:t> повърхнини</a:t>
            </a:r>
          </a:p>
          <a:p>
            <a:pPr lvl="1"/>
            <a:r>
              <a:rPr lang="bg-BG" dirty="0"/>
              <a:t>Лодката да се поклаща странично и напред-назад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40953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19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4416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</a:t>
            </a:r>
            <a:r>
              <a:rPr lang="en-US" dirty="0"/>
              <a:t>9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Рицарски катинар</a:t>
            </a:r>
          </a:p>
          <a:p>
            <a:pPr lvl="1"/>
            <a:r>
              <a:rPr lang="bg-BG" dirty="0"/>
              <a:t>Направете модел на катинар с форма на сърце</a:t>
            </a:r>
          </a:p>
          <a:p>
            <a:pPr lvl="1"/>
            <a:r>
              <a:rPr lang="bg-BG" dirty="0"/>
              <a:t>Да има отвор с формата на ключалка</a:t>
            </a:r>
          </a:p>
          <a:p>
            <a:pPr lvl="1"/>
            <a:r>
              <a:rPr lang="bg-BG" dirty="0"/>
              <a:t>Да се използват само повърхности на </a:t>
            </a:r>
            <a:r>
              <a:rPr lang="bg-BG" dirty="0" err="1"/>
              <a:t>Безие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Допълнение</a:t>
            </a:r>
          </a:p>
          <a:p>
            <a:pPr lvl="1"/>
            <a:r>
              <a:rPr lang="bg-BG" dirty="0"/>
              <a:t>Контурите на сърцето и на ключалката да са подчертани с черна линия</a:t>
            </a:r>
          </a:p>
          <a:p>
            <a:pPr lvl="1"/>
            <a:r>
              <a:rPr lang="bg-BG" dirty="0"/>
              <a:t>Катинарът да пулсира, като в издуто положение да се разглобява на съставните си повърхнини</a:t>
            </a:r>
          </a:p>
        </p:txBody>
      </p:sp>
    </p:spTree>
    <p:extLst>
      <p:ext uri="{BB962C8B-B14F-4D97-AF65-F5344CB8AC3E}">
        <p14:creationId xmlns:p14="http://schemas.microsoft.com/office/powerpoint/2010/main" val="103269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21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08" y="1447800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008" y="1447800"/>
            <a:ext cx="4279392" cy="3803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3300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13059</TotalTime>
  <Words>329</Words>
  <Application>Microsoft Office PowerPoint</Application>
  <PresentationFormat>On-screen Show (4:3)</PresentationFormat>
  <Paragraphs>96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Фрактали</vt:lpstr>
      <vt:lpstr>PowerPoint Presentation</vt:lpstr>
      <vt:lpstr>Задача №1</vt:lpstr>
      <vt:lpstr>PowerPoint Presentation</vt:lpstr>
      <vt:lpstr>Задача №2</vt:lpstr>
      <vt:lpstr>PowerPoint Presentation</vt:lpstr>
      <vt:lpstr>Задача №3</vt:lpstr>
      <vt:lpstr>PowerPoint Presentation</vt:lpstr>
      <vt:lpstr>Задача №4</vt:lpstr>
      <vt:lpstr>PowerPoint Presentation</vt:lpstr>
      <vt:lpstr>Задача №5</vt:lpstr>
      <vt:lpstr>PowerPoint Presentation</vt:lpstr>
      <vt:lpstr>PowerPoint Presentation</vt:lpstr>
      <vt:lpstr>Задача №6</vt:lpstr>
      <vt:lpstr>PowerPoint Presentation</vt:lpstr>
      <vt:lpstr>Задача №7</vt:lpstr>
      <vt:lpstr>PowerPoint Presentation</vt:lpstr>
      <vt:lpstr>Задача №8</vt:lpstr>
      <vt:lpstr>PowerPoint Presentation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WebGL-Problems-09</dc:title>
  <dc:creator>Pavel Boytchev</dc:creator>
  <cp:lastModifiedBy>Pavel Boytchev</cp:lastModifiedBy>
  <cp:revision>558</cp:revision>
  <dcterms:created xsi:type="dcterms:W3CDTF">2013-12-13T09:03:57Z</dcterms:created>
  <dcterms:modified xsi:type="dcterms:W3CDTF">2021-10-28T13:50:19Z</dcterms:modified>
</cp:coreProperties>
</file>