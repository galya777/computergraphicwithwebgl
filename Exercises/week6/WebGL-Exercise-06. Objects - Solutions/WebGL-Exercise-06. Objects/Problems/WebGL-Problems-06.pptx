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24"/>
  </p:notesMasterIdLst>
  <p:sldIdLst>
    <p:sldId id="256" r:id="rId2"/>
    <p:sldId id="295" r:id="rId3"/>
    <p:sldId id="297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9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29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A1BD63"/>
    <a:srgbClr val="336600"/>
    <a:srgbClr val="BBD979"/>
    <a:srgbClr val="003300"/>
    <a:srgbClr val="339933"/>
    <a:srgbClr val="CAF2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43" autoAdjust="0"/>
    <p:restoredTop sz="94660" autoAdjust="0"/>
  </p:normalViewPr>
  <p:slideViewPr>
    <p:cSldViewPr>
      <p:cViewPr varScale="1">
        <p:scale>
          <a:sx n="84" d="100"/>
          <a:sy n="84" d="100"/>
        </p:scale>
        <p:origin x="1368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00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13.10.2021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lvl1pPr>
              <a:defRPr lang="bg-BG" sz="1100" b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7D5FE-740C-46F5-801A-FA5477D9711F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chemeClr val="accent6">
                    <a:lumMod val="50000"/>
                  </a:schemeClr>
                </a:solidFill>
                <a:effectLst>
                  <a:outerShdw blurRad="63500" algn="ctr" rotWithShape="0">
                    <a:schemeClr val="accent6">
                      <a:lumMod val="75000"/>
                      <a:alpha val="40000"/>
                    </a:schemeClr>
                  </a:outerShdw>
                </a:effectLst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chemeClr val="accent6">
                    <a:lumMod val="50000"/>
                  </a:schemeClr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240837" y="4478669"/>
            <a:ext cx="6180997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проф. П. Бойчев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КИТ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ФМИ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СУ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20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62000">
              <a:schemeClr val="accent6">
                <a:lumMod val="75000"/>
              </a:schemeClr>
            </a:gs>
            <a:gs pos="100000">
              <a:schemeClr val="accent6">
                <a:lumMod val="5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810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 userDrawn="1"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chemeClr val="accent3">
                <a:lumMod val="50000"/>
                <a:alpha val="4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6">
            <a:lumMod val="50000"/>
          </a:schemeClr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chemeClr val="accent6">
              <a:lumMod val="50000"/>
            </a:schemeClr>
          </a:solidFill>
          <a:effectLst>
            <a:outerShdw blurRad="63500" algn="ctr" rotWithShape="0">
              <a:schemeClr val="accent6">
                <a:lumMod val="75000"/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Problem%201%20-%20Kissing%20spheres" TargetMode="External"/><Relationship Id="rId2" Type="http://schemas.openxmlformats.org/officeDocument/2006/relationships/hyperlink" Target="../Solutions/Solution%201%20-%20Kissing%20spheres/Solution%200601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Problem%202%20-%20Rounded%20cube" TargetMode="External"/><Relationship Id="rId2" Type="http://schemas.openxmlformats.org/officeDocument/2006/relationships/hyperlink" Target="../Solutions/Solution%202%20-%20Rounded%20cube/Solution%200602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Problem%203%20-%20Metal%20icosahedron" TargetMode="External"/><Relationship Id="rId2" Type="http://schemas.openxmlformats.org/officeDocument/2006/relationships/hyperlink" Target="../Solutions/Solution%203%20-%20Metal%20icosahedron/Solution%200603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Problem%204%20-%20Supersphere" TargetMode="External"/><Relationship Id="rId7" Type="http://schemas.openxmlformats.org/officeDocument/2006/relationships/image" Target="../media/image9.png"/><Relationship Id="rId2" Type="http://schemas.openxmlformats.org/officeDocument/2006/relationships/hyperlink" Target="../Solutions/Solution%204%20-%20Supersphere/Solution%200604.html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Problem%205%20-%20UFO" TargetMode="External"/><Relationship Id="rId2" Type="http://schemas.openxmlformats.org/officeDocument/2006/relationships/hyperlink" Target="../Solutions/Solution%205%20-%20UFO/Solution%200605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Problem%206%20-%20Pawn%20and%20bishop" TargetMode="External"/><Relationship Id="rId2" Type="http://schemas.openxmlformats.org/officeDocument/2006/relationships/hyperlink" Target="../Solutions/Solution%206%20-%20Pawn%20and%20bishop/Solution%200606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Problem%207%20-%20Beach%20ball/Problem%200607.html" TargetMode="External"/><Relationship Id="rId2" Type="http://schemas.openxmlformats.org/officeDocument/2006/relationships/hyperlink" Target="../Solutions/Solution%207%20-%20Beach%20ball/Solution%200607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Problem%208%20-%20Death%20Star" TargetMode="External"/><Relationship Id="rId2" Type="http://schemas.openxmlformats.org/officeDocument/2006/relationships/hyperlink" Target="../Solutions/Solution%208%20-%20Death%20Star/Solution%200608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Problem%209%20-%20Scleractinia%20fossil" TargetMode="External"/><Relationship Id="rId2" Type="http://schemas.openxmlformats.org/officeDocument/2006/relationships/hyperlink" Target="../Solutions/Solution%209%20-%20Scleractinia%20fossil/Solution%200609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Обекти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Задачи към </a:t>
            </a:r>
            <a:r>
              <a:rPr lang="en-US" dirty="0"/>
              <a:t>S06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Сфери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49167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Целуващи се сфери</a:t>
            </a:r>
            <a:endParaRPr lang="en-US" dirty="0"/>
          </a:p>
          <a:p>
            <a:pPr lvl="1"/>
            <a:r>
              <a:rPr lang="bg-BG" dirty="0"/>
              <a:t>До сфера могат да се допират най-много 12 сфери</a:t>
            </a:r>
          </a:p>
          <a:p>
            <a:pPr lvl="1"/>
            <a:r>
              <a:rPr lang="bg-BG" dirty="0"/>
              <a:t>Всички сфери са с един и същ размер</a:t>
            </a:r>
          </a:p>
          <a:p>
            <a:pPr lvl="1"/>
            <a:r>
              <a:rPr lang="bg-BG" dirty="0"/>
              <a:t>Нарисувайте сфера и допиращите се до нея 12 сфери</a:t>
            </a:r>
          </a:p>
        </p:txBody>
      </p:sp>
    </p:spTree>
    <p:extLst>
      <p:ext uri="{BB962C8B-B14F-4D97-AF65-F5344CB8AC3E}">
        <p14:creationId xmlns:p14="http://schemas.microsoft.com/office/powerpoint/2010/main" val="881146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4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4044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Заоблен куб</a:t>
            </a:r>
            <a:endParaRPr lang="en-US" dirty="0"/>
          </a:p>
          <a:p>
            <a:pPr lvl="1"/>
            <a:r>
              <a:rPr lang="bg-BG" dirty="0"/>
              <a:t>Да се създаде заоблен куб</a:t>
            </a:r>
          </a:p>
          <a:p>
            <a:pPr lvl="1"/>
            <a:r>
              <a:rPr lang="bg-BG" dirty="0"/>
              <a:t>Заоблени са ръбовете и върховете</a:t>
            </a:r>
          </a:p>
          <a:p>
            <a:pPr lvl="1"/>
            <a:r>
              <a:rPr lang="bg-BG" dirty="0"/>
              <a:t>Да се използват само „стандартни“ графични обекти</a:t>
            </a:r>
          </a:p>
          <a:p>
            <a:pPr lvl="1"/>
            <a:r>
              <a:rPr lang="bg-BG" dirty="0"/>
              <a:t>Радиусът на заобленост да може да се променя</a:t>
            </a:r>
          </a:p>
        </p:txBody>
      </p:sp>
    </p:spTree>
    <p:extLst>
      <p:ext uri="{BB962C8B-B14F-4D97-AF65-F5344CB8AC3E}">
        <p14:creationId xmlns:p14="http://schemas.microsoft.com/office/powerpoint/2010/main" val="1904102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6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1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1099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Метален </a:t>
            </a:r>
            <a:r>
              <a:rPr lang="bg-BG" dirty="0" err="1"/>
              <a:t>икосаедър</a:t>
            </a:r>
            <a:endParaRPr lang="bg-BG" dirty="0"/>
          </a:p>
          <a:p>
            <a:pPr lvl="1"/>
            <a:r>
              <a:rPr lang="bg-BG" dirty="0"/>
              <a:t>Да се нарисува </a:t>
            </a:r>
            <a:r>
              <a:rPr lang="bg-BG" dirty="0" err="1"/>
              <a:t>икосаедър</a:t>
            </a:r>
            <a:endParaRPr lang="bg-BG" dirty="0"/>
          </a:p>
          <a:p>
            <a:pPr lvl="1"/>
            <a:r>
              <a:rPr lang="bg-BG" dirty="0"/>
              <a:t>Стените да са на малки цветни плочки</a:t>
            </a:r>
          </a:p>
          <a:p>
            <a:pPr lvl="1"/>
            <a:r>
              <a:rPr lang="bg-BG" dirty="0"/>
              <a:t>Цветовете да са от една гама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514225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8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077" name="Picture 5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965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bg-BG" dirty="0"/>
                  <a:t>Суперсфера</a:t>
                </a:r>
              </a:p>
              <a:p>
                <a:pPr lvl="1"/>
                <a:r>
                  <a:rPr lang="bg-BG" dirty="0" err="1"/>
                  <a:t>Суперсфера</a:t>
                </a:r>
                <a:r>
                  <a:rPr lang="bg-BG" dirty="0"/>
                  <a:t> е множество от точки, отдалечени от центъра на разстояние</a:t>
                </a:r>
                <a:r>
                  <a:rPr lang="en-US" dirty="0"/>
                  <a:t> </a:t>
                </a:r>
                <a:r>
                  <a:rPr lang="en-US" b="1" dirty="0"/>
                  <a:t>d</a:t>
                </a:r>
                <a:r>
                  <a:rPr lang="en-US" dirty="0"/>
                  <a:t>,</a:t>
                </a:r>
                <a:r>
                  <a:rPr lang="bg-BG" dirty="0"/>
                  <a:t> като</a:t>
                </a:r>
                <a:r>
                  <a:rPr lang="en-US" dirty="0"/>
                  <a:t>:</a:t>
                </a:r>
              </a:p>
              <a:p>
                <a:pPr lvl="1"/>
                <a:endParaRPr lang="bg-BG" dirty="0"/>
              </a:p>
              <a:p>
                <a:pPr marL="36576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𝑑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𝑧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bg-BG" dirty="0"/>
              </a:p>
              <a:p>
                <a:pPr lvl="1"/>
                <a:endParaRPr lang="bg-BG" dirty="0"/>
              </a:p>
              <a:p>
                <a:pPr lvl="1"/>
                <a:r>
                  <a:rPr lang="bg-BG" dirty="0"/>
                  <a:t>Обикновената сфера е </a:t>
                </a:r>
                <a:r>
                  <a:rPr lang="bg-BG" dirty="0" err="1"/>
                  <a:t>суперсфера</a:t>
                </a:r>
                <a:r>
                  <a:rPr lang="bg-BG" dirty="0"/>
                  <a:t> с </a:t>
                </a:r>
                <a:r>
                  <a:rPr lang="en-US" b="1" dirty="0"/>
                  <a:t>n=2</a:t>
                </a:r>
                <a:endParaRPr lang="bg-BG" b="1" dirty="0"/>
              </a:p>
              <a:p>
                <a:pPr lvl="1"/>
                <a:r>
                  <a:rPr lang="bg-BG" dirty="0"/>
                  <a:t>Да има възможност да се сменя </a:t>
                </a:r>
                <a:r>
                  <a:rPr lang="en-US" b="1" dirty="0"/>
                  <a:t>n</a:t>
                </a:r>
              </a:p>
              <a:p>
                <a:pPr lvl="1"/>
                <a:r>
                  <a:rPr lang="bg-BG" dirty="0"/>
                  <a:t>Да се генерира поне сфера, куб, заоблен куб, </a:t>
                </a:r>
                <a:r>
                  <a:rPr lang="bg-BG" dirty="0" err="1"/>
                  <a:t>октаедър</a:t>
                </a:r>
                <a:endParaRPr lang="bg-BG" dirty="0"/>
              </a:p>
            </p:txBody>
          </p:sp>
        </mc:Choice>
        <mc:Fallback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1062" t="-1802" r="-77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2353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10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4098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42381"/>
            <a:ext cx="2610178" cy="240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6622" y="642381"/>
            <a:ext cx="2610178" cy="240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222" y="642381"/>
            <a:ext cx="2610178" cy="240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276600"/>
            <a:ext cx="2610178" cy="240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9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222" y="3276600"/>
            <a:ext cx="2610178" cy="240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7" name="Picture 11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6622" y="3276600"/>
            <a:ext cx="2610178" cy="2405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2466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НЛО</a:t>
            </a:r>
          </a:p>
          <a:p>
            <a:pPr lvl="1"/>
            <a:r>
              <a:rPr lang="bg-BG" dirty="0"/>
              <a:t>Да се генерира форма на летяща чиния</a:t>
            </a:r>
          </a:p>
          <a:p>
            <a:pPr lvl="1"/>
            <a:r>
              <a:rPr lang="bg-BG" dirty="0"/>
              <a:t>Да се използват само „стандартни“ графични обекти</a:t>
            </a:r>
          </a:p>
          <a:p>
            <a:pPr lvl="1"/>
            <a:r>
              <a:rPr lang="bg-BG" dirty="0"/>
              <a:t>Да се оцветят концентрични пръстени</a:t>
            </a:r>
          </a:p>
        </p:txBody>
      </p:sp>
    </p:spTree>
    <p:extLst>
      <p:ext uri="{BB962C8B-B14F-4D97-AF65-F5344CB8AC3E}">
        <p14:creationId xmlns:p14="http://schemas.microsoft.com/office/powerpoint/2010/main" val="3456788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12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5124" name="Picture 4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7441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Обекти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09385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Пешка и офицер</a:t>
            </a:r>
          </a:p>
          <a:p>
            <a:pPr lvl="1"/>
            <a:r>
              <a:rPr lang="bg-BG" dirty="0"/>
              <a:t>Създайте шахматна пешка и офицер</a:t>
            </a:r>
          </a:p>
          <a:p>
            <a:pPr lvl="1"/>
            <a:r>
              <a:rPr lang="bg-BG" dirty="0"/>
              <a:t>Да са създадени като ротационни обекти и да се ползва вече дефинираният клас </a:t>
            </a:r>
            <a:r>
              <a:rPr lang="en-US" b="1" dirty="0" err="1"/>
              <a:t>RotationalSolid</a:t>
            </a:r>
            <a:r>
              <a:rPr lang="bg-BG" dirty="0"/>
              <a:t> в </a:t>
            </a:r>
            <a:r>
              <a:rPr lang="en-US" b="1" dirty="0"/>
              <a:t>webgl-fmi.js</a:t>
            </a:r>
            <a:endParaRPr lang="bg-BG" b="1" dirty="0"/>
          </a:p>
          <a:p>
            <a:pPr lvl="1"/>
            <a:r>
              <a:rPr lang="bg-BG" dirty="0"/>
              <a:t>За всяка фигура да има подходяща функция </a:t>
            </a:r>
            <a:r>
              <a:rPr lang="en-US" b="1" dirty="0"/>
              <a:t>f(z)</a:t>
            </a:r>
          </a:p>
          <a:p>
            <a:pPr lvl="1"/>
            <a:endParaRPr lang="en-US" b="1" dirty="0"/>
          </a:p>
          <a:p>
            <a:r>
              <a:rPr lang="bg-BG" dirty="0"/>
              <a:t>Разновидности</a:t>
            </a:r>
          </a:p>
          <a:p>
            <a:pPr lvl="1"/>
            <a:r>
              <a:rPr lang="bg-BG" dirty="0"/>
              <a:t>От всяка фигура да има по една бяла и по една черна</a:t>
            </a:r>
          </a:p>
        </p:txBody>
      </p:sp>
    </p:spTree>
    <p:extLst>
      <p:ext uri="{BB962C8B-B14F-4D97-AF65-F5344CB8AC3E}">
        <p14:creationId xmlns:p14="http://schemas.microsoft.com/office/powerpoint/2010/main" val="1768865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15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614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7834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Плажна топка</a:t>
            </a:r>
          </a:p>
          <a:p>
            <a:pPr lvl="1"/>
            <a:r>
              <a:rPr lang="bg-BG" dirty="0"/>
              <a:t>Направете модел на плажна надуваема топка</a:t>
            </a:r>
          </a:p>
          <a:p>
            <a:pPr lvl="1"/>
            <a:r>
              <a:rPr lang="bg-BG" dirty="0"/>
              <a:t>Да е разделена на 8 фрагмента – два червени, два зелени, два сини и два жълти</a:t>
            </a:r>
          </a:p>
          <a:p>
            <a:pPr lvl="1"/>
            <a:r>
              <a:rPr lang="bg-BG" dirty="0"/>
              <a:t>Погледната отпред, отзад, отляво, отдясно, отгоре или отдолу да се виждат 4 фрагмента от 4 различни цвята</a:t>
            </a:r>
          </a:p>
          <a:p>
            <a:pPr lvl="1"/>
            <a:r>
              <a:rPr lang="bg-BG" dirty="0"/>
              <a:t>Може да се добавят и бели „капачки“ на двата „полюса“</a:t>
            </a:r>
          </a:p>
        </p:txBody>
      </p:sp>
    </p:spTree>
    <p:extLst>
      <p:ext uri="{BB962C8B-B14F-4D97-AF65-F5344CB8AC3E}">
        <p14:creationId xmlns:p14="http://schemas.microsoft.com/office/powerpoint/2010/main" val="2599144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17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7172" name="Picture 4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9574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Звезда на Смъртта (</a:t>
            </a:r>
            <a:r>
              <a:rPr lang="en-US" dirty="0"/>
              <a:t>Death Star)</a:t>
            </a:r>
            <a:endParaRPr lang="bg-BG" dirty="0"/>
          </a:p>
          <a:p>
            <a:pPr lvl="1"/>
            <a:r>
              <a:rPr lang="bg-BG" dirty="0"/>
              <a:t>Направете модел на Звездата на смъртта</a:t>
            </a:r>
          </a:p>
          <a:p>
            <a:pPr lvl="1"/>
            <a:r>
              <a:rPr lang="bg-BG" dirty="0"/>
              <a:t>Да има голяма сфера със сферична вдлъбнатина, която да е в северното полукълбо</a:t>
            </a:r>
          </a:p>
          <a:p>
            <a:pPr lvl="1"/>
            <a:r>
              <a:rPr lang="bg-BG" dirty="0"/>
              <a:t>Сферата да е оцветена в сиво – </a:t>
            </a:r>
            <a:r>
              <a:rPr lang="bg-BG" dirty="0" err="1"/>
              <a:t>сивосиньо</a:t>
            </a:r>
            <a:endParaRPr lang="bg-BG" dirty="0"/>
          </a:p>
          <a:p>
            <a:pPr lvl="1"/>
            <a:r>
              <a:rPr lang="bg-BG" dirty="0"/>
              <a:t>Светлината да идва отстрани, а не отпред</a:t>
            </a:r>
          </a:p>
        </p:txBody>
      </p:sp>
    </p:spTree>
    <p:extLst>
      <p:ext uri="{BB962C8B-B14F-4D97-AF65-F5344CB8AC3E}">
        <p14:creationId xmlns:p14="http://schemas.microsoft.com/office/powerpoint/2010/main" val="3809693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19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819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32" y="1547812"/>
            <a:ext cx="4145310" cy="370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222" y="1547812"/>
            <a:ext cx="4145310" cy="370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4997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№9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Фосил на </a:t>
            </a:r>
            <a:r>
              <a:rPr lang="bg-BG" dirty="0" err="1"/>
              <a:t>склерактиния</a:t>
            </a:r>
            <a:endParaRPr lang="bg-BG" dirty="0"/>
          </a:p>
          <a:p>
            <a:pPr lvl="1"/>
            <a:r>
              <a:rPr lang="bg-BG" dirty="0" err="1"/>
              <a:t>Склерактинията</a:t>
            </a:r>
            <a:r>
              <a:rPr lang="bg-BG" dirty="0"/>
              <a:t> е коралов организъм</a:t>
            </a:r>
          </a:p>
          <a:p>
            <a:pPr lvl="1"/>
            <a:r>
              <a:rPr lang="bg-BG" dirty="0"/>
              <a:t>Да се моделира фосил на </a:t>
            </a:r>
            <a:r>
              <a:rPr lang="en-GB" i="1" dirty="0" err="1"/>
              <a:t>Septastrea</a:t>
            </a:r>
            <a:r>
              <a:rPr lang="en-GB" i="1" dirty="0"/>
              <a:t> </a:t>
            </a:r>
            <a:r>
              <a:rPr lang="en-GB" i="1" dirty="0" err="1"/>
              <a:t>marylandica</a:t>
            </a:r>
            <a:endParaRPr lang="bg-BG" i="1" dirty="0"/>
          </a:p>
          <a:p>
            <a:pPr lvl="1"/>
            <a:r>
              <a:rPr lang="bg-BG" dirty="0"/>
              <a:t>Да се вижда основната грапава повърхност</a:t>
            </a:r>
          </a:p>
          <a:p>
            <a:pPr lvl="1"/>
            <a:r>
              <a:rPr lang="bg-BG" dirty="0"/>
              <a:t>Над нея да има изпъкнала мрежа на грапав </a:t>
            </a:r>
            <a:r>
              <a:rPr lang="bg-BG" dirty="0" err="1"/>
              <a:t>екзоскелет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3109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21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650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7363</TotalTime>
  <Words>393</Words>
  <Application>Microsoft Office PowerPoint</Application>
  <PresentationFormat>On-screen Show (4:3)</PresentationFormat>
  <Paragraphs>88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Black</vt:lpstr>
      <vt:lpstr>Calibri</vt:lpstr>
      <vt:lpstr>Cambria Math</vt:lpstr>
      <vt:lpstr>Century Gothic</vt:lpstr>
      <vt:lpstr>Times New Roman</vt:lpstr>
      <vt:lpstr>Wingdings 2</vt:lpstr>
      <vt:lpstr>Austin</vt:lpstr>
      <vt:lpstr>Обекти</vt:lpstr>
      <vt:lpstr>PowerPoint Presentation</vt:lpstr>
      <vt:lpstr>Задача №1</vt:lpstr>
      <vt:lpstr>PowerPoint Presentation</vt:lpstr>
      <vt:lpstr>Задача №2</vt:lpstr>
      <vt:lpstr>PowerPoint Presentation</vt:lpstr>
      <vt:lpstr>Задача №3</vt:lpstr>
      <vt:lpstr>PowerPoint Presentation</vt:lpstr>
      <vt:lpstr>Задача №4</vt:lpstr>
      <vt:lpstr>PowerPoint Presentation</vt:lpstr>
      <vt:lpstr>Задача №5</vt:lpstr>
      <vt:lpstr>PowerPoint Presentation</vt:lpstr>
      <vt:lpstr>PowerPoint Presentation</vt:lpstr>
      <vt:lpstr>Задача №6</vt:lpstr>
      <vt:lpstr>PowerPoint Presentation</vt:lpstr>
      <vt:lpstr>Задача №7</vt:lpstr>
      <vt:lpstr>PowerPoint Presentation</vt:lpstr>
      <vt:lpstr>Задача №8</vt:lpstr>
      <vt:lpstr>PowerPoint Presentation</vt:lpstr>
      <vt:lpstr>Задача №9</vt:lpstr>
      <vt:lpstr>PowerPoint Presentation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WebGL-Problems-06</dc:title>
  <dc:creator>Pavel Boytchev</dc:creator>
  <cp:lastModifiedBy>Pavel Boytchev</cp:lastModifiedBy>
  <cp:revision>501</cp:revision>
  <dcterms:created xsi:type="dcterms:W3CDTF">2013-12-13T09:03:57Z</dcterms:created>
  <dcterms:modified xsi:type="dcterms:W3CDTF">2021-10-13T11:08:53Z</dcterms:modified>
</cp:coreProperties>
</file>