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7"/>
  </p:notesMasterIdLst>
  <p:sldIdLst>
    <p:sldId id="256" r:id="rId2"/>
    <p:sldId id="318" r:id="rId3"/>
    <p:sldId id="319" r:id="rId4"/>
    <p:sldId id="322" r:id="rId5"/>
    <p:sldId id="29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2.11.2021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93057" y="4478669"/>
            <a:ext cx="622877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Solution/Solution.html" TargetMode="External"/><Relationship Id="rId2" Type="http://schemas.openxmlformats.org/officeDocument/2006/relationships/hyperlink" Target="../Homework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Графиката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Домашно №</a:t>
            </a:r>
            <a:r>
              <a:rPr lang="en-US" dirty="0"/>
              <a:t>1</a:t>
            </a:r>
            <a:r>
              <a:rPr lang="bg-BG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Домашна работа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39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Домашна работа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Условие</a:t>
            </a:r>
          </a:p>
          <a:p>
            <a:pPr lvl="1"/>
            <a:r>
              <a:rPr lang="bg-BG" dirty="0"/>
              <a:t>Направете програма, която рисува графиката на функции</a:t>
            </a:r>
          </a:p>
          <a:p>
            <a:pPr lvl="1"/>
            <a:r>
              <a:rPr lang="bg-BG" dirty="0"/>
              <a:t>Функциите да са 5-10 на брой, като всяка да е изчислена за хиляди стойности от 5000 до 50000</a:t>
            </a:r>
          </a:p>
          <a:p>
            <a:pPr lvl="1"/>
            <a:r>
              <a:rPr lang="bg-BG" dirty="0"/>
              <a:t>Да може да се отрязва парче от хоризонталната ос и да се показват графиките в този отрязък</a:t>
            </a:r>
          </a:p>
          <a:p>
            <a:pPr lvl="1"/>
            <a:r>
              <a:rPr lang="bg-BG" dirty="0"/>
              <a:t>Отрязъкът да се мащабира вертикално така, че да побира точно графиките на функциите</a:t>
            </a:r>
          </a:p>
          <a:p>
            <a:pPr lvl="1"/>
            <a:r>
              <a:rPr lang="bg-BG" dirty="0"/>
              <a:t>При промяна на размера на прозореца всичко да се </a:t>
            </a:r>
            <a:r>
              <a:rPr lang="bg-BG" dirty="0" err="1"/>
              <a:t>преначертае</a:t>
            </a:r>
            <a:r>
              <a:rPr lang="bg-BG" dirty="0"/>
              <a:t> според новия размер</a:t>
            </a:r>
          </a:p>
          <a:p>
            <a:pPr lvl="1"/>
            <a:endParaRPr lang="bg-BG" dirty="0"/>
          </a:p>
          <a:p>
            <a:r>
              <a:rPr lang="bg-BG" dirty="0"/>
              <a:t>Срок – </a:t>
            </a:r>
            <a:r>
              <a:rPr lang="en-US" dirty="0"/>
              <a:t>3</a:t>
            </a:r>
            <a:r>
              <a:rPr lang="bg-BG" dirty="0"/>
              <a:t> седмици</a:t>
            </a:r>
          </a:p>
        </p:txBody>
      </p:sp>
    </p:spTree>
    <p:extLst>
      <p:ext uri="{BB962C8B-B14F-4D97-AF65-F5344CB8AC3E}">
        <p14:creationId xmlns:p14="http://schemas.microsoft.com/office/powerpoint/2010/main" val="117672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3246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" name="Picture 2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4191000" cy="403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4191000" cy="403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589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4506</TotalTime>
  <Words>88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Графиката</vt:lpstr>
      <vt:lpstr>PowerPoint Presentation</vt:lpstr>
      <vt:lpstr>Домашна работа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WebGL-Homework-11</dc:title>
  <dc:creator>Pavel Boytchev</dc:creator>
  <cp:lastModifiedBy>Pavel Boytchev</cp:lastModifiedBy>
  <cp:revision>423</cp:revision>
  <dcterms:created xsi:type="dcterms:W3CDTF">2013-12-13T09:03:57Z</dcterms:created>
  <dcterms:modified xsi:type="dcterms:W3CDTF">2021-11-02T14:28:07Z</dcterms:modified>
</cp:coreProperties>
</file>