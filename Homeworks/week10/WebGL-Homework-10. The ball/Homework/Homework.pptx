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8"/>
  </p:notesMasterIdLst>
  <p:sldIdLst>
    <p:sldId id="256" r:id="rId2"/>
    <p:sldId id="318" r:id="rId3"/>
    <p:sldId id="324" r:id="rId4"/>
    <p:sldId id="326" r:id="rId5"/>
    <p:sldId id="325" r:id="rId6"/>
    <p:sldId id="29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4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12.12.2022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302463" y="4478669"/>
            <a:ext cx="6119371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2021</a:t>
            </a:r>
            <a:endParaRPr lang="bg-BG" sz="2000" dirty="0">
              <a:solidFill>
                <a:schemeClr val="accent6">
                  <a:lumMod val="75000"/>
                </a:schemeClr>
              </a:solidFill>
              <a:effectLst>
                <a:outerShdw blurRad="63500" algn="ctr" rotWithShape="0">
                  <a:schemeClr val="accent6">
                    <a:alpha val="67000"/>
                  </a:scheme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Solution/Even/Solution%20Even.html" TargetMode="External"/><Relationship Id="rId2" Type="http://schemas.openxmlformats.org/officeDocument/2006/relationships/hyperlink" Target="Even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Кълбото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Домашно №</a:t>
            </a:r>
            <a:r>
              <a:rPr lang="en-US" dirty="0"/>
              <a:t>10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Домашна работа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395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Домашна работа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Условие</a:t>
            </a:r>
            <a:endParaRPr lang="en-US" dirty="0"/>
          </a:p>
          <a:p>
            <a:pPr lvl="1"/>
            <a:r>
              <a:rPr lang="bg-BG" dirty="0"/>
              <a:t>Дадена е програма, показваща земното кълбо</a:t>
            </a:r>
          </a:p>
          <a:p>
            <a:pPr lvl="1"/>
            <a:r>
              <a:rPr lang="bg-BG" dirty="0"/>
              <a:t>Има карти на повърхността и надморската височина</a:t>
            </a:r>
          </a:p>
          <a:p>
            <a:pPr lvl="1"/>
            <a:r>
              <a:rPr lang="bg-BG" dirty="0"/>
              <a:t>Да се направи земното кълбо релефно, според данните в картата за надморската височина</a:t>
            </a:r>
          </a:p>
          <a:p>
            <a:pPr lvl="1"/>
            <a:r>
              <a:rPr lang="bg-BG" dirty="0"/>
              <a:t>Степента на релефност да е пресилена, за да се вижда по-отчетливо</a:t>
            </a:r>
          </a:p>
          <a:p>
            <a:pPr lvl="1"/>
            <a:r>
              <a:rPr lang="bg-BG" dirty="0"/>
              <a:t>Гледната точка да показва хоризонта и релефа</a:t>
            </a:r>
          </a:p>
          <a:p>
            <a:pPr lvl="1"/>
            <a:endParaRPr lang="bg-BG" dirty="0"/>
          </a:p>
          <a:p>
            <a:r>
              <a:rPr lang="bg-BG" dirty="0"/>
              <a:t>Срок – 1 седмица</a:t>
            </a:r>
          </a:p>
        </p:txBody>
      </p:sp>
    </p:spTree>
    <p:extLst>
      <p:ext uri="{BB962C8B-B14F-4D97-AF65-F5344CB8AC3E}">
        <p14:creationId xmlns:p14="http://schemas.microsoft.com/office/powerpoint/2010/main" val="69739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pic>
        <p:nvPicPr>
          <p:cNvPr id="2050" name="Picture 2" descr="D:\Pavel\Courses\Materials\Course.WebGL 2015\Homeworks\WebGL-Homework-10. The ball\Homework\Odd\World-Elevation-Grey-Map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733800"/>
            <a:ext cx="5486400" cy="2743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Pavel\Courses\Materials\Course.WebGL 2015\Homeworks\WebGL-Homework-10. The ball\Homework\Odd\land_ocean_ice_204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388" y="685800"/>
            <a:ext cx="5486400" cy="2743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185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5</a:t>
            </a:fld>
            <a:endParaRPr lang="bg-BG" dirty="0"/>
          </a:p>
        </p:txBody>
      </p:sp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962400" y="6324600"/>
            <a:ext cx="12192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19251"/>
            <a:ext cx="3973389" cy="3562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hlinkClick r:id="rId3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211" y="1619250"/>
            <a:ext cx="3973389" cy="3562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729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4586</TotalTime>
  <Words>64</Words>
  <Application>Microsoft Office PowerPoint</Application>
  <PresentationFormat>On-screen Show (4:3)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Кълбото</vt:lpstr>
      <vt:lpstr>PowerPoint Presentation</vt:lpstr>
      <vt:lpstr>Домашна работа</vt:lpstr>
      <vt:lpstr>PowerPoint Presentation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WebGL-Homework-10</dc:title>
  <dc:creator>Pavel Boytchev</dc:creator>
  <cp:lastModifiedBy>Pavel Boytchev</cp:lastModifiedBy>
  <cp:revision>426</cp:revision>
  <dcterms:created xsi:type="dcterms:W3CDTF">2013-12-13T09:03:57Z</dcterms:created>
  <dcterms:modified xsi:type="dcterms:W3CDTF">2022-12-12T10:43:19Z</dcterms:modified>
</cp:coreProperties>
</file>