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7"/>
  </p:notesMasterIdLst>
  <p:sldIdLst>
    <p:sldId id="256" r:id="rId2"/>
    <p:sldId id="318" r:id="rId3"/>
    <p:sldId id="325" r:id="rId4"/>
    <p:sldId id="326" r:id="rId5"/>
    <p:sldId id="29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2" d="100"/>
          <a:sy n="82" d="100"/>
        </p:scale>
        <p:origin x="2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5.12.2022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Solution/Solution.html" TargetMode="External"/><Relationship Id="rId2" Type="http://schemas.openxmlformats.org/officeDocument/2006/relationships/hyperlink" Target="../Homework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Вирусът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Домашно №9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9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Вирусът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r>
              <a:rPr lang="bg-BG" dirty="0"/>
              <a:t>Създайте модел на вирус</a:t>
            </a:r>
          </a:p>
          <a:p>
            <a:pPr lvl="1"/>
            <a:r>
              <a:rPr lang="bg-BG" dirty="0"/>
              <a:t>Повърхността да е от равномерно разположени шипове</a:t>
            </a:r>
          </a:p>
          <a:p>
            <a:pPr lvl="1"/>
            <a:r>
              <a:rPr lang="bg-BG" dirty="0"/>
              <a:t>Склоновете на шиповете да са повърхнини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r>
              <a:rPr lang="bg-BG" dirty="0"/>
              <a:t>Оцветяването да се променя периодично между:</a:t>
            </a:r>
          </a:p>
          <a:p>
            <a:pPr lvl="2"/>
            <a:r>
              <a:rPr lang="bg-BG" dirty="0"/>
              <a:t>- Бяло тяло с черни върхове на шиповете</a:t>
            </a:r>
          </a:p>
          <a:p>
            <a:pPr lvl="2"/>
            <a:r>
              <a:rPr lang="bg-BG" dirty="0"/>
              <a:t>- Всяка повърхнина на </a:t>
            </a:r>
            <a:r>
              <a:rPr lang="bg-BG" dirty="0" err="1"/>
              <a:t>Безие</a:t>
            </a:r>
            <a:r>
              <a:rPr lang="bg-BG" dirty="0"/>
              <a:t> в различен цвят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Срок – повече от седмица</a:t>
            </a:r>
          </a:p>
        </p:txBody>
      </p:sp>
    </p:spTree>
    <p:extLst>
      <p:ext uri="{BB962C8B-B14F-4D97-AF65-F5344CB8AC3E}">
        <p14:creationId xmlns:p14="http://schemas.microsoft.com/office/powerpoint/2010/main" val="242176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3246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35" y="1563954"/>
            <a:ext cx="3657600" cy="3272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63954"/>
            <a:ext cx="3657600" cy="3272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180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4513</TotalTime>
  <Words>61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Вирусът</vt:lpstr>
      <vt:lpstr>PowerPoint Presentation</vt:lpstr>
      <vt:lpstr>Домашна работа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WebGL-Homework-09</dc:title>
  <dc:creator>Pavel Boytchev</dc:creator>
  <cp:lastModifiedBy>Pavel Boytchev</cp:lastModifiedBy>
  <cp:revision>429</cp:revision>
  <dcterms:created xsi:type="dcterms:W3CDTF">2013-12-13T09:03:57Z</dcterms:created>
  <dcterms:modified xsi:type="dcterms:W3CDTF">2022-12-05T11:16:14Z</dcterms:modified>
</cp:coreProperties>
</file>