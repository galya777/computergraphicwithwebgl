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7"/>
  </p:notesMasterIdLst>
  <p:sldIdLst>
    <p:sldId id="256" r:id="rId2"/>
    <p:sldId id="318" r:id="rId3"/>
    <p:sldId id="325" r:id="rId4"/>
    <p:sldId id="327" r:id="rId5"/>
    <p:sldId id="29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28.11.2022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40837" y="4478669"/>
            <a:ext cx="618099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Solution/Solution.html" TargetMode="External"/><Relationship Id="rId7" Type="http://schemas.openxmlformats.org/officeDocument/2006/relationships/image" Target="../media/image5.png"/><Relationship Id="rId2" Type="http://schemas.openxmlformats.org/officeDocument/2006/relationships/hyperlink" Target="../Homework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Птица-робот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Домашно №8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39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Условие</a:t>
            </a:r>
          </a:p>
          <a:p>
            <a:pPr lvl="1"/>
            <a:r>
              <a:rPr lang="bg-BG" dirty="0"/>
              <a:t>Създайте модел на летяща птица-робот</a:t>
            </a:r>
          </a:p>
          <a:p>
            <a:pPr lvl="1"/>
            <a:r>
              <a:rPr lang="bg-BG" dirty="0"/>
              <a:t>Да маха с крила, които са съставени от много парчета</a:t>
            </a:r>
          </a:p>
          <a:p>
            <a:pPr lvl="1"/>
            <a:r>
              <a:rPr lang="bg-BG" dirty="0"/>
              <a:t>При махане, предният край на крилата е водещ (т.е. когато крилото отива надолу, предният край е по-ниско от задния, и обратното)</a:t>
            </a:r>
          </a:p>
          <a:p>
            <a:pPr lvl="1"/>
            <a:r>
              <a:rPr lang="bg-BG" dirty="0"/>
              <a:t>Тялото да се полюшва във въздуха, а главата да се обръща в посоката на летене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Срок – 1 седмица</a:t>
            </a:r>
          </a:p>
        </p:txBody>
      </p:sp>
    </p:spTree>
    <p:extLst>
      <p:ext uri="{BB962C8B-B14F-4D97-AF65-F5344CB8AC3E}">
        <p14:creationId xmlns:p14="http://schemas.microsoft.com/office/powerpoint/2010/main" val="196587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3246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417" y="457200"/>
            <a:ext cx="304586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417" y="3340755"/>
            <a:ext cx="304586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70" y="3340755"/>
            <a:ext cx="304586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70" y="457200"/>
            <a:ext cx="304586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14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4533</TotalTime>
  <Words>77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Птица-робот</vt:lpstr>
      <vt:lpstr>PowerPoint Presentation</vt:lpstr>
      <vt:lpstr>Домашна работа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WebGL-Homework-08</dc:title>
  <dc:creator>Pavel Boytchev</dc:creator>
  <cp:lastModifiedBy>Pavel Boytchev</cp:lastModifiedBy>
  <cp:revision>421</cp:revision>
  <dcterms:created xsi:type="dcterms:W3CDTF">2013-12-13T09:03:57Z</dcterms:created>
  <dcterms:modified xsi:type="dcterms:W3CDTF">2022-11-28T11:07:29Z</dcterms:modified>
</cp:coreProperties>
</file>